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piloto, lo que ya funciona y pedir apoyo para el siguiente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Memorias de Oro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recuerdos de toda una vida, contados con la voz y convertidos en una historia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piloto · Presentación para dirección y patrocinadores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mejores recuerdos se pierden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025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Contarlos cuesta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una vida entera es largo; hablar es natural, sobre todo para personas mayores.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6459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8745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0025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 dispersos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vídeos y anécdotas viven en móviles, cajones y conversaciones.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6459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0025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Valen muchísimo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familias y mayores, una historia bien contada es un legado.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idea: hablar, revisar y conservar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865376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Cuenta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voz, escribiendo, o subiendo una foto o un vídeo.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173736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8653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060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La app entiende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606040" y="28803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Transcribe, y detecta fecha, lugar, personas y tipo de recuerdo.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173736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8653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634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Tú confirmas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663440" y="28803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Revisas y corriges antes de guardar. Nada se guarda sin tu visto bueno.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720840" y="173736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186537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Se hace historia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720840" y="288036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vida y resumen con tono positivo.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funciona hoy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privadas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ve solo sus recuerdos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737360"/>
            <a:ext cx="548640" cy="548640"/>
          </a:xfrm>
          <a:prstGeom prst="ellipse">
            <a:avLst/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8653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Recuerdos de voz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o subir audio, con transcripción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5544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737360"/>
            <a:ext cx="548640" cy="548640"/>
          </a:xfrm>
          <a:prstGeom prst="ellipse">
            <a:avLst/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653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Fotos y vídeos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lugar y escena detectados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vida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y hechos históricos del mundo y España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91840" y="30632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246120"/>
            <a:ext cx="548640" cy="548640"/>
          </a:xfrm>
          <a:prstGeom prst="ellipse">
            <a:avLst/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37413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vida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estilos, siempre en tono positivo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30632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246120"/>
            <a:ext cx="548640" cy="548640"/>
          </a:xfrm>
          <a:prstGeom prst="ellipse">
            <a:avLst/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37413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y filtros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año, lugar, persona y tipo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Privada y sin coste desde el primer día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636776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08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 se quedan en el equipo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8745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local; contraseñas cifradas y recuerdos privados por persona.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688336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560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que funciona sin pagar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9260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y reconocimiento de imágenes con modelos locales gratuitos.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73989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611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 intercambiables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9776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 falta más calidad, se puede pasar a un servicio de pago (p. ej. OpenAI) pidiendo consentimiento antes.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y hacia dónde vamos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perfil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Voz, foto y vídeo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vida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vida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móvil y filtros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E6EFE8"/>
          </a:solidFill>
          <a:ln w="12700">
            <a:solidFill>
              <a:srgbClr val="E6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94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usuarios reales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con voz y fotos de iPhone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guiada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y documentación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4F7F2"/>
          </a:solidFill>
          <a:ln w="12700">
            <a:solidFill>
              <a:srgbClr val="F4F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con IA de pago opcional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ciudades y escenas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hechos históricos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 en la nube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ahora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3B5B49"/>
          </a:solidFill>
          <a:ln w="12700">
            <a:solidFill>
              <a:srgbClr val="3B5B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025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grupo piloto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 pocas personas reales para probar con sus propias fotos, vídeos y audios.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6459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3B5B49"/>
          </a:solidFill>
          <a:ln w="12700">
            <a:solidFill>
              <a:srgbClr val="3B5B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8745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0025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Opiniones sinceras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017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les emociona, qué les confunde y qué echan en falta.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6459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3B5B49"/>
          </a:solidFill>
          <a:ln w="12700">
            <a:solidFill>
              <a:srgbClr val="3B5B4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5E8F6E"/>
          </a:solidFill>
          <a:ln w="12700">
            <a:solidFill>
              <a:srgbClr val="5E8F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0025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decisión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0175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resultados, decidir si se amplía y con qué servicios.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honesto: el piloto está probado con simulaciones y una foto de ejemplo; falta la prueba con material real.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 Memorias de Oro</dc:title>
  <dc:subject>PptxGenJS Presentation</dc:subject>
  <dc:creator>PptxGenJS</dc:creator>
  <cp:lastModifiedBy>PptxGenJS</cp:lastModifiedBy>
  <cp:revision>1</cp:revision>
  <dcterms:created xsi:type="dcterms:W3CDTF">2026-10-29T15:35:42Z</dcterms:created>
  <dcterms:modified xsi:type="dcterms:W3CDTF">2026-10-29T15:35:42Z</dcterms:modified>
</cp:coreProperties>
</file>